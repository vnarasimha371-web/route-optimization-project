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97FED-119F-B3C2-31F9-7A2EB4DB9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ABB4A6-A407-3830-BF11-5D4F4E3AB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02A44-8280-C77C-C1CD-09952F310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E9AE-E477-4864-BB11-DBFADBD3400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66E21-C3B1-B532-4187-9DCB4A14E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67CFA-4D6D-99E1-E940-72F3E223F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FA35C-36C8-4D1F-9D5E-4FD9FC9F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82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CDEB-4161-53EA-700C-935B89B2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87083-EB4E-A095-FD95-08AF2513C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29E1D-5850-F68C-02A3-204E78B58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E9AE-E477-4864-BB11-DBFADBD3400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454B7-0EA7-0A8A-49E5-90DBCD239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4D6B0-5466-40F9-E23C-D8A3B7F6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FA35C-36C8-4D1F-9D5E-4FD9FC9F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13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59443-FDD0-9718-A0A6-FDEB1556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8E078-4C61-1ED8-3D09-225C7248C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35E54-5C22-3005-3898-1C22669F3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E9AE-E477-4864-BB11-DBFADBD3400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2372-702C-979D-3210-AFF86033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D3CF1-A828-6DBC-A967-7F5147A06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FA35C-36C8-4D1F-9D5E-4FD9FC9F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1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BF7F5-C0F4-0649-7F1E-41E8DD76D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DF5F9-2167-A8A2-A344-962B3F8444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46280-D8AF-A6DF-AD20-22ED06D3B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EAFB8-2E7F-3F6E-F082-30E0DC904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E9AE-E477-4864-BB11-DBFADBD3400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22007-136B-9FAC-F600-B2671006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58C83-2542-00A5-5B66-92659159A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FA35C-36C8-4D1F-9D5E-4FD9FC9F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04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59CD0-8F3A-3C38-851C-B3E0801B9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381F3-462E-A898-7BE5-8CB2A331A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130720-7DBA-45AF-5AB4-FF4CA8CF6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FBF9B-3B7E-1A8F-355F-A4D8E726D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68A061-0F98-32D6-00FB-C0CB602D0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98E2E9-572C-8E0E-78D4-40CE03FEA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E9AE-E477-4864-BB11-DBFADBD3400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34249E-32DD-DA76-7BF8-3842F158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75C25A-E430-E6DB-FA08-427884326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FA35C-36C8-4D1F-9D5E-4FD9FC9F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35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8D3A-26A2-53BC-65A1-36988E84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DA80C8-8434-F3EA-CD0F-2CD76A72E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E9AE-E477-4864-BB11-DBFADBD3400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ABB9C3-EF5C-B56C-B085-0ABBE0EB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C084A1-8BBC-5BAD-5085-4045D71B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FA35C-36C8-4D1F-9D5E-4FD9FC9F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8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0CB3F2-A3FE-F580-FE26-38A860913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E9AE-E477-4864-BB11-DBFADBD3400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68C35-F775-F131-E2E1-76BDBDDEA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7ACCD-B247-DE84-C848-78504C9F6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FA35C-36C8-4D1F-9D5E-4FD9FC9F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99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F3C0-FD1C-8972-8A78-07EDF51BF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3816F-388C-C509-34B5-56D416177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88191-C3BC-9D29-82B0-E67663A1A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D1830-D0BA-0676-FD8D-43E45E02D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E9AE-E477-4864-BB11-DBFADBD3400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A12C8-9336-924B-1ECC-351652561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5489D-AF9B-246A-9755-20B8BC31B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FA35C-36C8-4D1F-9D5E-4FD9FC9F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39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100A4-14FB-B8B8-D948-28A17EBC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40D362-36F8-F78F-7819-4140DDDAF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C033B-CD6B-3CF5-D0B2-4ECF45201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A7FA1-D548-EEA0-3609-B8DB14AC1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E9AE-E477-4864-BB11-DBFADBD3400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D4415-2B7D-D15C-69DD-A004137F1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E3219-E94E-F095-A589-CB530F9E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FA35C-36C8-4D1F-9D5E-4FD9FC9F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22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26FEB-521B-1B70-C970-E00D462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3E35A-D26C-C26D-8158-5DCFA9951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A1E4D-0064-18CD-3905-B46A13F10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E9AE-E477-4864-BB11-DBFADBD3400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872B4-4D01-D690-BD26-C851325E4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DD956-8B94-D2AF-A37F-FB1E30342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FA35C-36C8-4D1F-9D5E-4FD9FC9F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646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BF2958-3C15-A9FD-9184-EE51B7AFA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99E69-4046-DB9E-34FE-3F8262CA3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83CF1-06D4-3BBD-B86D-5A634CE5A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E9AE-E477-4864-BB11-DBFADBD3400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06E81-A2F4-D412-406E-384794591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38A8A-9A34-6C62-B26C-8F438D777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FA35C-36C8-4D1F-9D5E-4FD9FC9F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40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3E17CD-37C3-2265-6796-7089416D1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36950-F653-8B23-A6F1-8B00F596B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81F44-DF3B-907D-5668-BB3D7C37A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8E9AE-E477-4864-BB11-DBFADBD34001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F2AFE-4516-2BD3-C6D6-B87934F96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A8AF9-8AEE-3476-904D-201D42E6D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FA35C-36C8-4D1F-9D5E-4FD9FC9F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93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DEEE7FF-9A66-CB8D-F020-489E2B1528F1}"/>
              </a:ext>
            </a:extLst>
          </p:cNvPr>
          <p:cNvSpPr txBox="1"/>
          <p:nvPr/>
        </p:nvSpPr>
        <p:spPr>
          <a:xfrm>
            <a:off x="734517" y="407861"/>
            <a:ext cx="8300802" cy="4335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200000"/>
              </a:lnSpc>
              <a:spcAft>
                <a:spcPts val="800"/>
              </a:spcAft>
            </a:pP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SLIDE 1: Title Slide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200000"/>
              </a:lnSpc>
              <a:spcAft>
                <a:spcPts val="800"/>
              </a:spcAf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clean, simple background. Maybe a small map icon.</a:t>
            </a:r>
          </a:p>
          <a:p>
            <a:pPr marR="0" lvl="0">
              <a:lnSpc>
                <a:spcPct val="20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Title: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Route Optimization for Delivery Services</a:t>
            </a:r>
          </a:p>
          <a:p>
            <a:pPr marR="0" lvl="0">
              <a:lnSpc>
                <a:spcPct val="20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Subtitle: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Machine Learning &amp; Operations Research Approach</a:t>
            </a:r>
          </a:p>
          <a:p>
            <a:pPr marR="0" lvl="0">
              <a:lnSpc>
                <a:spcPct val="20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 Name: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NARASIMH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A.V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20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Date: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2/10/2026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367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B2A351-9EB1-7042-FA1F-8417CC369E47}"/>
              </a:ext>
            </a:extLst>
          </p:cNvPr>
          <p:cNvSpPr txBox="1"/>
          <p:nvPr/>
        </p:nvSpPr>
        <p:spPr>
          <a:xfrm>
            <a:off x="719529" y="617076"/>
            <a:ext cx="8540644" cy="4575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SLIDE 2: Problem Statement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Bullet points. Maybe a picture of a delivery truck stuck in traffic.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Title: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"Last Mile" Problem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Content: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Last-mile delivery is the most expensive part of the supply chain.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Companies (Amazon, FedEx, </a:t>
            </a:r>
            <a:r>
              <a:rPr lang="en-US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UberEats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waste millions on fuel and overtime due to inefficient routing.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Manual planning fails when there are more than 10 stops.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Goal: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Automate the routing process to minimize transit time, operational costs, and fuel consumption.</a:t>
            </a:r>
          </a:p>
          <a:p>
            <a:pPr marR="0">
              <a:lnSpc>
                <a:spcPct val="115000"/>
              </a:lnSpc>
              <a:spcAft>
                <a:spcPts val="800"/>
              </a:spcAft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847541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79813D-7A80-CFAC-1CF5-3B4F0D0FD555}"/>
              </a:ext>
            </a:extLst>
          </p:cNvPr>
          <p:cNvSpPr txBox="1"/>
          <p:nvPr/>
        </p:nvSpPr>
        <p:spPr>
          <a:xfrm>
            <a:off x="749508" y="734519"/>
            <a:ext cx="8390743" cy="531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SLIDE 3: Project Objectives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checklist icon.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Title: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Key Objectives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Content: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 an algorithmic engine that ingests delivery addresses (Lat/Lon).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divide the city into distinct delivery zones.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Solve the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Vehicle Routing Problem (VRP)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find the shortest path for multiple vehicles.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Real-World Constraints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(Vehicle capacity limits).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Visualize routes on an interactive map and export a PDF manifest for drivers.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 a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Cost-Benefit Analysis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quantify the efficiency gains.</a:t>
            </a:r>
          </a:p>
        </p:txBody>
      </p:sp>
    </p:spTree>
    <p:extLst>
      <p:ext uri="{BB962C8B-B14F-4D97-AF65-F5344CB8AC3E}">
        <p14:creationId xmlns:p14="http://schemas.microsoft.com/office/powerpoint/2010/main" val="3900545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D757A4-408B-678A-5BBF-C2812DDA4267}"/>
              </a:ext>
            </a:extLst>
          </p:cNvPr>
          <p:cNvSpPr txBox="1"/>
          <p:nvPr/>
        </p:nvSpPr>
        <p:spPr>
          <a:xfrm>
            <a:off x="1274164" y="779488"/>
            <a:ext cx="8585615" cy="5210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SLIDE 4: System Architecture &amp; Workflow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simple flowchart (Input -&gt; ML -&gt; Optimization -&gt; UI -&gt; PDF).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Title: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System Architecture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Content: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1: Data Generation: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Create synthetic coordinates for 20 stops and 1 depot.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2: Machine Learning (K-Means):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Cluster stops into 3 zones (simulating 3 trucks).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3: Optimization (OR-Tools):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Calculate the shortest path for each zone (CVRP).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4: User Interface (</a:t>
            </a:r>
            <a:r>
              <a:rPr lang="en-US" sz="2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Streamlit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Display interactive maps and metrics.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5: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 a downloadable PDF route manifest.</a:t>
            </a:r>
          </a:p>
        </p:txBody>
      </p:sp>
    </p:spTree>
    <p:extLst>
      <p:ext uri="{BB962C8B-B14F-4D97-AF65-F5344CB8AC3E}">
        <p14:creationId xmlns:p14="http://schemas.microsoft.com/office/powerpoint/2010/main" val="989831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7ABFC7-3888-4683-FD0D-916A238ED62A}"/>
              </a:ext>
            </a:extLst>
          </p:cNvPr>
          <p:cNvSpPr txBox="1"/>
          <p:nvPr/>
        </p:nvSpPr>
        <p:spPr>
          <a:xfrm>
            <a:off x="599607" y="539646"/>
            <a:ext cx="8540644" cy="4990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SLIDE 5: Technology Stack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Logos of Python,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Streamlit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OR-Tools.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Title: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Technologies Used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Content: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Programming Language: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Python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Scikit-Learn (K-Means Clustering)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Optimization Engine: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Google OR-Tools (CVRP Solver)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 Framework: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Streamlit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Map Visualization: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Folium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PDF Generation: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/>
              <a:t> </a:t>
            </a:r>
            <a:r>
              <a:rPr lang="en-US" sz="2000" dirty="0"/>
              <a:t>FPDF2</a:t>
            </a:r>
            <a:endParaRPr lang="en-US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Version Control: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3228038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CAD237-8ACA-B08D-8265-CE109AED89B7}"/>
              </a:ext>
            </a:extLst>
          </p:cNvPr>
          <p:cNvSpPr txBox="1"/>
          <p:nvPr/>
        </p:nvSpPr>
        <p:spPr>
          <a:xfrm>
            <a:off x="674557" y="524657"/>
            <a:ext cx="8465694" cy="513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SLIDE 6: Machine Learning Component (K-Means)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scatter plot showing 3 different colored clusters of dots.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Title: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Machine Learning: K-Means Clustering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Content: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ML?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prevent one truck from driving across the entire city.</a:t>
            </a:r>
          </a:p>
          <a:p>
            <a:pPr marL="800100" marR="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it works: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 feed the Latitude and Longitude of all 20 stops into the K-Means algorithm.</a:t>
            </a:r>
          </a:p>
          <a:p>
            <a:pPr marL="800100" marR="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Result: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algorithm groups stops into 3 distinct geographical clusters (Zones).</a:t>
            </a:r>
          </a:p>
          <a:p>
            <a:pPr marL="800100" marR="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Outcome: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Each cluster is assigned to one vehicle, ensuring balanced workload and reduced overlap.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17647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1C48E5-6922-B27D-9A6A-F1D66C8DB0BA}"/>
              </a:ext>
            </a:extLst>
          </p:cNvPr>
          <p:cNvSpPr txBox="1"/>
          <p:nvPr/>
        </p:nvSpPr>
        <p:spPr>
          <a:xfrm>
            <a:off x="584616" y="599607"/>
            <a:ext cx="8555635" cy="468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SLIDE 7: Algorithmic Optimization (OR-Tools)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graphic of nodes connected by lines (TSP/VRP).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Title: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Route Optimization: Google OR-Tools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Content: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Distance Calculation: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 use the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Haversine Formula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calculate real-world spherical distance between coordinates.</a:t>
            </a:r>
          </a:p>
          <a:p>
            <a:pPr marL="800100" marR="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Problem: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Capacitated Vehicle Routing Problem (CVRP).</a:t>
            </a:r>
          </a:p>
          <a:p>
            <a:pPr marL="800100" marR="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Capacity Constraint: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Each stop has a "Demand" (1-3 boxes). No truck can exceed a maximum capacity of 15 boxes.</a:t>
            </a:r>
          </a:p>
          <a:p>
            <a:pPr marL="800100" marR="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Solver: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OR-Tools calculates the mathematically shortest path for each vehicle to visit every stop and return to the depot.</a:t>
            </a:r>
          </a:p>
        </p:txBody>
      </p:sp>
    </p:spTree>
    <p:extLst>
      <p:ext uri="{BB962C8B-B14F-4D97-AF65-F5344CB8AC3E}">
        <p14:creationId xmlns:p14="http://schemas.microsoft.com/office/powerpoint/2010/main" val="2375086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34C6EE-AB73-8734-0925-A466FB966B20}"/>
              </a:ext>
            </a:extLst>
          </p:cNvPr>
          <p:cNvSpPr txBox="1"/>
          <p:nvPr/>
        </p:nvSpPr>
        <p:spPr>
          <a:xfrm>
            <a:off x="539647" y="389744"/>
            <a:ext cx="7135318" cy="675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SLIDE 8: Application Interface &amp; Results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0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0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Title: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Application Interface &amp; Results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Content: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Interactive Map: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Color-coded routes for each vehicle.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Panel: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Displays total distance for each vehicle.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Cost-Benefit Analysis: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Compares the optimized route against a "Naive Baseline".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</a:t>
            </a:r>
            <a:r>
              <a:rPr lang="en-US" dirty="0" err="1"/>
              <a:t>Successfully</a:t>
            </a:r>
            <a:r>
              <a:rPr lang="en-US" dirty="0"/>
              <a:t> divided the 20 stops into 3 zones, keeping each vehicle's distance under 11 km and respecting the 15-box capacity limit.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Export Feature: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Generates a formatted PDF manifest for drivers.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C3A78-6A38-9F55-B4BE-F7B5CAAB1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047" y="824458"/>
            <a:ext cx="7465102" cy="227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02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68E2C-007A-D463-05A6-EA2809449867}"/>
              </a:ext>
            </a:extLst>
          </p:cNvPr>
          <p:cNvSpPr txBox="1"/>
          <p:nvPr/>
        </p:nvSpPr>
        <p:spPr>
          <a:xfrm>
            <a:off x="659567" y="479685"/>
            <a:ext cx="8480684" cy="6052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SLIDE 9: Conclusion &amp; Future Scope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Bullet points, a lightbulb icon.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Title: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Conclusion &amp; Future Scope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Content: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Successfully built a full-stack ML &amp; Optimization app that divides zones, respects capacity constraints, and minimizes travel distance.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Future Scope: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Integrate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Google Maps API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real-time traffic data.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Re-routing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(if a new order is added mid-route).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 a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Mobile App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drivers to update delivery status.</a:t>
            </a:r>
          </a:p>
          <a:p>
            <a:pPr marL="1143000" marR="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Scale the algorithm to handle 100+ stops and multiple depots.</a:t>
            </a: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b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508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653034-9521-7988-824A-0E8D51601624}"/>
              </a:ext>
            </a:extLst>
          </p:cNvPr>
          <p:cNvSpPr txBox="1"/>
          <p:nvPr/>
        </p:nvSpPr>
        <p:spPr>
          <a:xfrm>
            <a:off x="614597" y="644578"/>
            <a:ext cx="8930389" cy="3975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SLIDE 10: Thank You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simple "Thank You" and your email/LinkedIn.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Title: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Thank You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Content: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Questions?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vnarasimha371@gmail.com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https://github.com/vnarasimha371-web/Route-Optimization-Project.git</a:t>
            </a: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b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732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815</Words>
  <Application>Microsoft Office PowerPoint</Application>
  <PresentationFormat>Widescreen</PresentationFormat>
  <Paragraphs>95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Narasimha v</dc:creator>
  <cp:lastModifiedBy>Narasimha v</cp:lastModifiedBy>
  <cp:revision>8</cp:revision>
  <dcterms:created xsi:type="dcterms:W3CDTF">2026-10-02T09:57:44Z</dcterms:created>
  <dcterms:modified xsi:type="dcterms:W3CDTF">2026-10-02T10:12:20Z</dcterms:modified>
</cp:coreProperties>
</file>